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62" r:id="rId3"/>
    <p:sldId id="263" r:id="rId4"/>
    <p:sldId id="264" r:id="rId5"/>
    <p:sldId id="265" r:id="rId6"/>
    <p:sldId id="266" r:id="rId7"/>
    <p:sldId id="267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4986" autoAdjust="0"/>
    <p:restoredTop sz="94660"/>
  </p:normalViewPr>
  <p:slideViewPr>
    <p:cSldViewPr snapToGrid="0">
      <p:cViewPr>
        <p:scale>
          <a:sx n="69" d="100"/>
          <a:sy n="69" d="100"/>
        </p:scale>
        <p:origin x="-966" y="-52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20E00C-CC24-4878-A4B4-B11E73DFF299}" type="datetimeFigureOut">
              <a:rPr lang="zh-CN" altLang="en-US" smtClean="0"/>
              <a:t>2020/9/16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69EE5C-27FB-40FD-AD4C-F62C9C0A306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8A4961-74CF-4E79-995F-BFC9BF2FCED0}" type="slidenum">
              <a:rPr lang="zh-CN" altLang="en-US" smtClean="0"/>
              <a:pPr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56AE81-B047-4102-A921-1F0B9522EAAE}" type="slidenum">
              <a:rPr lang="zh-CN" altLang="en-US" smtClean="0"/>
              <a:pPr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7DC2A7B6-2BA8-4234-B7B1-D6B1F1D4C0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xmlns="" id="{340A3A23-D736-4649-A5B3-6B7DCC9630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="" id="{32C6C2EB-0F6E-426D-8861-B431173C4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1F797-F3EE-4C64-B38F-0745CCA80A93}" type="datetimeFigureOut">
              <a:rPr lang="zh-CN" altLang="en-US" smtClean="0"/>
              <a:pPr/>
              <a:t>2020/9/16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="" id="{8A845A86-30DD-4AB9-ABAD-3CA22F69A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="" id="{ED44B026-30E5-45E0-99B9-F79F26347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EA498-D695-4B47-8209-8E98BE26FE0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29047489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C07F0EEF-A99B-4FF3-9B1E-A7DA94A21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A8E95DB4-A687-4D70-93E9-60C2ECFD28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="" id="{90AC2D4F-AEE1-4EC3-910C-4F01BC1E9B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1F797-F3EE-4C64-B38F-0745CCA80A93}" type="datetimeFigureOut">
              <a:rPr lang="zh-CN" altLang="en-US" smtClean="0"/>
              <a:pPr/>
              <a:t>2020/9/16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="" id="{E4361017-EFDD-4437-883A-C3752624C3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="" id="{8A617CE0-03DE-46AC-BC96-E0DECEF11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EA498-D695-4B47-8209-8E98BE26FE0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37398550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3812ED1B-F1FC-4BC1-99E4-2BC31A0E75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xmlns="" id="{EC7849D1-4EB1-40FE-88DD-EFB22933C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="" id="{3305A14C-18ED-4526-B316-CAE94DAF7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1F797-F3EE-4C64-B38F-0745CCA80A93}" type="datetimeFigureOut">
              <a:rPr lang="zh-CN" altLang="en-US" smtClean="0"/>
              <a:pPr/>
              <a:t>2020/9/16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="" id="{FB61DB87-48D5-4C1C-BC57-6AA8D0094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="" id="{524287A0-B421-4168-A9B2-176099012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EA498-D695-4B47-8209-8E98BE26FE0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8688523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0DEDFE16-4BD8-4A98-8D3C-5AEFB1A7E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F2385D34-670B-45C1-8E93-6DACC486CE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xmlns="" id="{7D41136F-533D-4B17-B13E-81912BC1EA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xmlns="" id="{33733EC1-5A2E-4E41-8D7F-AF1D5743F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1F797-F3EE-4C64-B38F-0745CCA80A93}" type="datetimeFigureOut">
              <a:rPr lang="zh-CN" altLang="en-US" smtClean="0"/>
              <a:pPr/>
              <a:t>2020/9/16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xmlns="" id="{0789E7DC-E03A-4C2B-88AC-BD45570FD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xmlns="" id="{206F82EB-4E7D-46B9-973D-A9B5DB97A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EA498-D695-4B47-8209-8E98BE26FE0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23433450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A7AAA881-A3E2-4E09-AB92-CEC34F02E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xmlns="" id="{7F194C72-BC3B-4AE9-9DAC-B82B890DEB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xmlns="" id="{E5EC0247-1257-473E-9561-9BD8F18BF7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xmlns="" id="{3E46AAB6-52FB-4BB7-B119-3F14BE06DD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xmlns="" id="{9005F8CB-FA37-4908-9C96-57BCFE5D93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xmlns="" id="{7B5F6CC1-CAC0-4D61-863B-7CD0755D0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1F797-F3EE-4C64-B38F-0745CCA80A93}" type="datetimeFigureOut">
              <a:rPr lang="zh-CN" altLang="en-US" smtClean="0"/>
              <a:pPr/>
              <a:t>2020/9/16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xmlns="" id="{C6AF2295-2BCD-4501-8667-E939F0DEF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xmlns="" id="{D2CFB435-3BCF-4630-AF2F-761CB10F9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EA498-D695-4B47-8209-8E98BE26FE0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26068725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29FD35BC-ED4C-4191-93DB-FB1C13183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xmlns="" id="{576DC46E-4C99-490F-BE75-D63BB675E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1F797-F3EE-4C64-B38F-0745CCA80A93}" type="datetimeFigureOut">
              <a:rPr lang="zh-CN" altLang="en-US" smtClean="0"/>
              <a:pPr/>
              <a:t>2020/9/16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xmlns="" id="{F81E5E81-924D-4778-8BD8-74C0DA157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xmlns="" id="{E6FC02AF-4258-47DC-B761-9EE62EE23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EA498-D695-4B47-8209-8E98BE26FE0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25992967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xmlns="" id="{3B4B69F0-6774-45E8-858F-693D730F5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1F797-F3EE-4C64-B38F-0745CCA80A93}" type="datetimeFigureOut">
              <a:rPr lang="zh-CN" altLang="en-US" smtClean="0"/>
              <a:pPr/>
              <a:t>2020/9/16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xmlns="" id="{283FE41E-A6BA-4EFF-B5D4-F2F15DC94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xmlns="" id="{D5067E18-635F-4B52-BB33-9DE0B6D42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EA498-D695-4B47-8209-8E98BE26FE0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20928322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2BBBEBF2-141A-4E55-A980-F3107BC4F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58406DF3-2DAD-4BBF-A30D-D335FEE42B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xmlns="" id="{A702D4A2-BD7A-41CE-BD84-37798CED4D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xmlns="" id="{C6E984B0-AC89-402B-BFAF-4445E5EA4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1F797-F3EE-4C64-B38F-0745CCA80A93}" type="datetimeFigureOut">
              <a:rPr lang="zh-CN" altLang="en-US" smtClean="0"/>
              <a:pPr/>
              <a:t>2020/9/16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xmlns="" id="{8B865524-B3B7-49E2-8923-87F7D85210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xmlns="" id="{A450F28A-24FB-4689-A310-C82D381E4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EA498-D695-4B47-8209-8E98BE26FE0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10996699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9F58DE9B-3D28-47FC-88E6-C7CF806A0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xmlns="" id="{783BDA70-240F-4955-A99B-8CD85F179A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xmlns="" id="{7E9DBA40-C089-4928-9F67-C86F5CEEFE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xmlns="" id="{40C7DC1F-2E40-490F-BACE-851BA4B06C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1F797-F3EE-4C64-B38F-0745CCA80A93}" type="datetimeFigureOut">
              <a:rPr lang="zh-CN" altLang="en-US" smtClean="0"/>
              <a:pPr/>
              <a:t>2020/9/16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xmlns="" id="{52589DA2-329E-4E0A-8738-978637413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xmlns="" id="{9A5F7688-DF3F-4A72-869F-02762BC6F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EA498-D695-4B47-8209-8E98BE26FE0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31209511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6AC5A0FC-7C92-4877-9199-846A317B3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xmlns="" id="{DEA99B3E-5ACC-4128-8B9A-540AE97488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="" id="{2B5DEC50-6753-4883-98BB-D0AAD62D5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1F797-F3EE-4C64-B38F-0745CCA80A93}" type="datetimeFigureOut">
              <a:rPr lang="zh-CN" altLang="en-US" smtClean="0"/>
              <a:pPr/>
              <a:t>2020/9/16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="" id="{354F0101-3EC2-42E5-87BA-4190F497D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="" id="{2158F14B-04A6-4F3A-8EB8-94445FA77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EA498-D695-4B47-8209-8E98BE26FE0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40086976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xmlns="" id="{94FDFE01-3524-4330-9FA8-072B722CEF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xmlns="" id="{8F275B6D-9FE9-4DF2-973B-B2147B4166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="" id="{779AA212-CBA3-4EEC-BCFA-FE7C10810D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1F797-F3EE-4C64-B38F-0745CCA80A93}" type="datetimeFigureOut">
              <a:rPr lang="zh-CN" altLang="en-US" smtClean="0"/>
              <a:pPr/>
              <a:t>2020/9/16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="" id="{C4A078D4-DEB5-4D61-AD65-DC88BCF9C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="" id="{F8B6024F-FBD9-455F-BE34-3B0A71AE9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EA498-D695-4B47-8209-8E98BE26FE0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2887054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xmlns="" id="{9C0BED1B-0C86-42E5-97D8-8C0309B12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xmlns="" id="{8FA8191B-9ABD-42EE-95EC-8D7F7067FC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="" id="{D7D3A206-7948-4DA5-BB03-7E001B26AC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D1F797-F3EE-4C64-B38F-0745CCA80A93}" type="datetimeFigureOut">
              <a:rPr lang="zh-CN" altLang="en-US" smtClean="0"/>
              <a:pPr/>
              <a:t>2020/9/16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="" id="{FB0D4C08-FB41-494E-8E9F-DB6C92A301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="" id="{71BE9B1A-4C44-4E86-923A-37BD24C747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4EA498-D695-4B47-8209-8E98BE26FE0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559169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xmlns="" id="{F3687376-D7BE-4FC3-A3B7-EF4D1B0D0BC4}"/>
              </a:ext>
            </a:extLst>
          </p:cNvPr>
          <p:cNvSpPr/>
          <p:nvPr/>
        </p:nvSpPr>
        <p:spPr>
          <a:xfrm>
            <a:off x="4378037" y="4693173"/>
            <a:ext cx="3948545" cy="388019"/>
          </a:xfrm>
          <a:custGeom>
            <a:avLst/>
            <a:gdLst>
              <a:gd name="connsiteX0" fmla="*/ 0 w 2703443"/>
              <a:gd name="connsiteY0" fmla="*/ 318109 h 388019"/>
              <a:gd name="connsiteX1" fmla="*/ 427382 w 2703443"/>
              <a:gd name="connsiteY1" fmla="*/ 29874 h 388019"/>
              <a:gd name="connsiteX2" fmla="*/ 844826 w 2703443"/>
              <a:gd name="connsiteY2" fmla="*/ 387683 h 388019"/>
              <a:gd name="connsiteX3" fmla="*/ 1222513 w 2703443"/>
              <a:gd name="connsiteY3" fmla="*/ 99448 h 388019"/>
              <a:gd name="connsiteX4" fmla="*/ 1649895 w 2703443"/>
              <a:gd name="connsiteY4" fmla="*/ 337987 h 388019"/>
              <a:gd name="connsiteX5" fmla="*/ 1948069 w 2703443"/>
              <a:gd name="connsiteY5" fmla="*/ 56 h 388019"/>
              <a:gd name="connsiteX6" fmla="*/ 2345635 w 2703443"/>
              <a:gd name="connsiteY6" fmla="*/ 367804 h 388019"/>
              <a:gd name="connsiteX7" fmla="*/ 2703443 w 2703443"/>
              <a:gd name="connsiteY7" fmla="*/ 109387 h 388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703443" h="388019">
                <a:moveTo>
                  <a:pt x="0" y="318109"/>
                </a:moveTo>
                <a:cubicBezTo>
                  <a:pt x="143289" y="168193"/>
                  <a:pt x="286578" y="18278"/>
                  <a:pt x="427382" y="29874"/>
                </a:cubicBezTo>
                <a:cubicBezTo>
                  <a:pt x="568186" y="41470"/>
                  <a:pt x="712304" y="376087"/>
                  <a:pt x="844826" y="387683"/>
                </a:cubicBezTo>
                <a:cubicBezTo>
                  <a:pt x="977348" y="399279"/>
                  <a:pt x="1088335" y="107731"/>
                  <a:pt x="1222513" y="99448"/>
                </a:cubicBezTo>
                <a:cubicBezTo>
                  <a:pt x="1356691" y="91165"/>
                  <a:pt x="1528969" y="354552"/>
                  <a:pt x="1649895" y="337987"/>
                </a:cubicBezTo>
                <a:cubicBezTo>
                  <a:pt x="1770821" y="321422"/>
                  <a:pt x="1832112" y="-4914"/>
                  <a:pt x="1948069" y="56"/>
                </a:cubicBezTo>
                <a:cubicBezTo>
                  <a:pt x="2064026" y="5025"/>
                  <a:pt x="2219739" y="349582"/>
                  <a:pt x="2345635" y="367804"/>
                </a:cubicBezTo>
                <a:cubicBezTo>
                  <a:pt x="2471531" y="386026"/>
                  <a:pt x="2587487" y="247706"/>
                  <a:pt x="2703443" y="109387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xmlns="" id="{F20C908F-6F2E-4036-BE96-BF17ED4F53EF}"/>
              </a:ext>
            </a:extLst>
          </p:cNvPr>
          <p:cNvSpPr/>
          <p:nvPr/>
        </p:nvSpPr>
        <p:spPr>
          <a:xfrm>
            <a:off x="4793673" y="4722962"/>
            <a:ext cx="3976254" cy="388019"/>
          </a:xfrm>
          <a:custGeom>
            <a:avLst/>
            <a:gdLst>
              <a:gd name="connsiteX0" fmla="*/ 0 w 2703443"/>
              <a:gd name="connsiteY0" fmla="*/ 318109 h 388019"/>
              <a:gd name="connsiteX1" fmla="*/ 427382 w 2703443"/>
              <a:gd name="connsiteY1" fmla="*/ 29874 h 388019"/>
              <a:gd name="connsiteX2" fmla="*/ 844826 w 2703443"/>
              <a:gd name="connsiteY2" fmla="*/ 387683 h 388019"/>
              <a:gd name="connsiteX3" fmla="*/ 1222513 w 2703443"/>
              <a:gd name="connsiteY3" fmla="*/ 99448 h 388019"/>
              <a:gd name="connsiteX4" fmla="*/ 1649895 w 2703443"/>
              <a:gd name="connsiteY4" fmla="*/ 337987 h 388019"/>
              <a:gd name="connsiteX5" fmla="*/ 1948069 w 2703443"/>
              <a:gd name="connsiteY5" fmla="*/ 56 h 388019"/>
              <a:gd name="connsiteX6" fmla="*/ 2345635 w 2703443"/>
              <a:gd name="connsiteY6" fmla="*/ 367804 h 388019"/>
              <a:gd name="connsiteX7" fmla="*/ 2703443 w 2703443"/>
              <a:gd name="connsiteY7" fmla="*/ 109387 h 388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703443" h="388019">
                <a:moveTo>
                  <a:pt x="0" y="318109"/>
                </a:moveTo>
                <a:cubicBezTo>
                  <a:pt x="143289" y="168193"/>
                  <a:pt x="286578" y="18278"/>
                  <a:pt x="427382" y="29874"/>
                </a:cubicBezTo>
                <a:cubicBezTo>
                  <a:pt x="568186" y="41470"/>
                  <a:pt x="712304" y="376087"/>
                  <a:pt x="844826" y="387683"/>
                </a:cubicBezTo>
                <a:cubicBezTo>
                  <a:pt x="977348" y="399279"/>
                  <a:pt x="1088335" y="107731"/>
                  <a:pt x="1222513" y="99448"/>
                </a:cubicBezTo>
                <a:cubicBezTo>
                  <a:pt x="1356691" y="91165"/>
                  <a:pt x="1528969" y="354552"/>
                  <a:pt x="1649895" y="337987"/>
                </a:cubicBezTo>
                <a:cubicBezTo>
                  <a:pt x="1770821" y="321422"/>
                  <a:pt x="1832112" y="-4914"/>
                  <a:pt x="1948069" y="56"/>
                </a:cubicBezTo>
                <a:cubicBezTo>
                  <a:pt x="2064026" y="5025"/>
                  <a:pt x="2219739" y="349582"/>
                  <a:pt x="2345635" y="367804"/>
                </a:cubicBezTo>
                <a:cubicBezTo>
                  <a:pt x="2471531" y="386026"/>
                  <a:pt x="2587487" y="247706"/>
                  <a:pt x="2703443" y="109387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xmlns="" id="{A1FB26CA-6EA6-46C5-956D-C1BB4229FF38}"/>
              </a:ext>
            </a:extLst>
          </p:cNvPr>
          <p:cNvSpPr txBox="1"/>
          <p:nvPr/>
        </p:nvSpPr>
        <p:spPr>
          <a:xfrm>
            <a:off x="4431251" y="1306021"/>
            <a:ext cx="4230645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200" b="1" dirty="0"/>
              <a:t>飞鱼小组（“旅行社”）</a:t>
            </a:r>
            <a:endParaRPr lang="en-US" altLang="zh-CN" sz="3200" b="1" dirty="0"/>
          </a:p>
          <a:p>
            <a:pPr algn="ctr"/>
            <a:r>
              <a:rPr lang="en-US" altLang="zh-CN" sz="3200" b="1" dirty="0"/>
              <a:t>logo</a:t>
            </a:r>
            <a:r>
              <a:rPr lang="zh-CN" altLang="en-US" sz="3200" b="1" dirty="0"/>
              <a:t>（可拆分版）</a:t>
            </a:r>
          </a:p>
        </p:txBody>
      </p:sp>
      <p:sp>
        <p:nvSpPr>
          <p:cNvPr id="8" name="泪滴形 7"/>
          <p:cNvSpPr/>
          <p:nvPr/>
        </p:nvSpPr>
        <p:spPr>
          <a:xfrm rot="1596445">
            <a:off x="4376962" y="3174095"/>
            <a:ext cx="1239909" cy="1240879"/>
          </a:xfrm>
          <a:prstGeom prst="teardrop">
            <a:avLst>
              <a:gd name="adj" fmla="val 135772"/>
            </a:avLst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新月形 10"/>
          <p:cNvSpPr/>
          <p:nvPr/>
        </p:nvSpPr>
        <p:spPr>
          <a:xfrm rot="20793179">
            <a:off x="5781253" y="2759662"/>
            <a:ext cx="745474" cy="1294609"/>
          </a:xfrm>
          <a:prstGeom prst="moon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弧形 13"/>
          <p:cNvSpPr/>
          <p:nvPr/>
        </p:nvSpPr>
        <p:spPr>
          <a:xfrm>
            <a:off x="4347007" y="3335627"/>
            <a:ext cx="4031089" cy="2633729"/>
          </a:xfrm>
          <a:prstGeom prst="arc">
            <a:avLst>
              <a:gd name="adj1" fmla="val 16200000"/>
              <a:gd name="adj2" fmla="val 172053"/>
            </a:avLst>
          </a:prstGeom>
          <a:ln w="76200">
            <a:solidFill>
              <a:srgbClr val="0070C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弧形 14"/>
          <p:cNvSpPr/>
          <p:nvPr/>
        </p:nvSpPr>
        <p:spPr>
          <a:xfrm>
            <a:off x="4450040" y="3050161"/>
            <a:ext cx="4146998" cy="3807839"/>
          </a:xfrm>
          <a:prstGeom prst="arc">
            <a:avLst>
              <a:gd name="adj1" fmla="val 15812806"/>
              <a:gd name="adj2" fmla="val 21214842"/>
            </a:avLst>
          </a:prstGeom>
          <a:ln w="76200">
            <a:solidFill>
              <a:srgbClr val="0070C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弧形 15"/>
          <p:cNvSpPr/>
          <p:nvPr/>
        </p:nvSpPr>
        <p:spPr>
          <a:xfrm>
            <a:off x="5394495" y="3810000"/>
            <a:ext cx="2633729" cy="2633729"/>
          </a:xfrm>
          <a:prstGeom prst="arc">
            <a:avLst>
              <a:gd name="adj1" fmla="val 16200000"/>
              <a:gd name="adj2" fmla="val 20459748"/>
            </a:avLst>
          </a:prstGeom>
          <a:ln w="76200">
            <a:solidFill>
              <a:srgbClr val="0070C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弧形 16"/>
          <p:cNvSpPr/>
          <p:nvPr/>
        </p:nvSpPr>
        <p:spPr>
          <a:xfrm>
            <a:off x="4872896" y="3522372"/>
            <a:ext cx="3251918" cy="2633729"/>
          </a:xfrm>
          <a:prstGeom prst="arc">
            <a:avLst>
              <a:gd name="adj1" fmla="val 16200000"/>
              <a:gd name="adj2" fmla="val 21330580"/>
            </a:avLst>
          </a:prstGeom>
          <a:ln w="76200">
            <a:solidFill>
              <a:srgbClr val="0070C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弧形 17"/>
          <p:cNvSpPr/>
          <p:nvPr/>
        </p:nvSpPr>
        <p:spPr>
          <a:xfrm>
            <a:off x="4570244" y="2738921"/>
            <a:ext cx="4146998" cy="3807839"/>
          </a:xfrm>
          <a:prstGeom prst="arc">
            <a:avLst>
              <a:gd name="adj1" fmla="val 15812806"/>
              <a:gd name="adj2" fmla="val 242303"/>
            </a:avLst>
          </a:prstGeom>
          <a:ln w="76200">
            <a:solidFill>
              <a:srgbClr val="0070C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6014825" y="4105825"/>
            <a:ext cx="333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smtClean="0">
                <a:solidFill>
                  <a:srgbClr val="00B050"/>
                </a:solidFill>
              </a:rPr>
              <a:t>Y</a:t>
            </a:r>
            <a:endParaRPr lang="zh-CN" altLang="en-US" b="1" dirty="0">
              <a:solidFill>
                <a:srgbClr val="00B050"/>
              </a:solidFill>
            </a:endParaRPr>
          </a:p>
        </p:txBody>
      </p:sp>
      <p:sp>
        <p:nvSpPr>
          <p:cNvPr id="20" name="弧形 19"/>
          <p:cNvSpPr/>
          <p:nvPr/>
        </p:nvSpPr>
        <p:spPr>
          <a:xfrm rot="6030681">
            <a:off x="5641337" y="3612523"/>
            <a:ext cx="798490" cy="798490"/>
          </a:xfrm>
          <a:prstGeom prst="arc">
            <a:avLst>
              <a:gd name="adj1" fmla="val 15530451"/>
              <a:gd name="adj2" fmla="val 0"/>
            </a:avLst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2" name="直接连接符 21"/>
          <p:cNvCxnSpPr/>
          <p:nvPr/>
        </p:nvCxnSpPr>
        <p:spPr>
          <a:xfrm>
            <a:off x="6414070" y="4005328"/>
            <a:ext cx="444321" cy="405686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>
            <a:stCxn id="19" idx="3"/>
          </p:cNvCxnSpPr>
          <p:nvPr/>
        </p:nvCxnSpPr>
        <p:spPr>
          <a:xfrm>
            <a:off x="6348571" y="4290491"/>
            <a:ext cx="129893" cy="227458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矩形 27"/>
          <p:cNvSpPr/>
          <p:nvPr/>
        </p:nvSpPr>
        <p:spPr>
          <a:xfrm>
            <a:off x="4661041" y="5064640"/>
            <a:ext cx="4031874" cy="1015663"/>
          </a:xfrm>
          <a:prstGeom prst="rect">
            <a:avLst/>
          </a:prstGeom>
          <a:noFill/>
          <a:effectLst>
            <a:glow rad="139700">
              <a:schemeClr val="accent2">
                <a:satMod val="175000"/>
                <a:alpha val="40000"/>
              </a:schemeClr>
            </a:glow>
            <a:softEdge rad="635000"/>
          </a:effectLst>
        </p:spPr>
        <p:txBody>
          <a:bodyPr wrap="none" lIns="91440" tIns="45720" rIns="91440" bIns="45720">
            <a:spAutoFit/>
            <a:scene3d>
              <a:camera prst="perspectiveRelaxedModerately"/>
              <a:lightRig rig="flat" dir="tl">
                <a:rot lat="0" lon="0" rev="6600000"/>
              </a:lightRig>
            </a:scene3d>
            <a:sp3d extrusionH="25400" contourW="8890">
              <a:bevelT w="38100" h="31750" prst="artDeco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zh-CN" altLang="en-US" sz="6000" b="1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飞鱼旅行社</a:t>
            </a:r>
            <a:endParaRPr lang="zh-CN" altLang="en-US" sz="60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glow rad="63500">
                  <a:schemeClr val="accent2">
                    <a:satMod val="175000"/>
                    <a:alpha val="40000"/>
                  </a:schemeClr>
                </a:glow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29" name="椭圆 28"/>
          <p:cNvSpPr/>
          <p:nvPr/>
        </p:nvSpPr>
        <p:spPr>
          <a:xfrm>
            <a:off x="4710545" y="3602182"/>
            <a:ext cx="193964" cy="207818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TextBox 20"/>
          <p:cNvSpPr txBox="1"/>
          <p:nvPr/>
        </p:nvSpPr>
        <p:spPr>
          <a:xfrm>
            <a:off x="11222182" y="6234545"/>
            <a:ext cx="7152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徐 鑫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xmlns="" val="38612543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lenovo\Desktop\图片1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2195223"/>
            <a:ext cx="5076825" cy="3554413"/>
          </a:xfrm>
          <a:prstGeom prst="rect">
            <a:avLst/>
          </a:prstGeom>
          <a:noFill/>
        </p:spPr>
      </p:pic>
      <p:sp>
        <p:nvSpPr>
          <p:cNvPr id="8" name="文本框 12">
            <a:extLst>
              <a:ext uri="{FF2B5EF4-FFF2-40B4-BE49-F238E27FC236}">
                <a16:creationId xmlns:a16="http://schemas.microsoft.com/office/drawing/2014/main" xmlns="" id="{A1FB26CA-6EA6-46C5-956D-C1BB4229FF38}"/>
              </a:ext>
            </a:extLst>
          </p:cNvPr>
          <p:cNvSpPr txBox="1"/>
          <p:nvPr/>
        </p:nvSpPr>
        <p:spPr>
          <a:xfrm>
            <a:off x="316451" y="821112"/>
            <a:ext cx="4698723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200" b="1" dirty="0"/>
              <a:t>飞鱼小组（“旅行社”）</a:t>
            </a:r>
            <a:endParaRPr lang="en-US" altLang="zh-CN" sz="3200" b="1" dirty="0"/>
          </a:p>
          <a:p>
            <a:pPr algn="ctr"/>
            <a:r>
              <a:rPr lang="en-US" altLang="zh-CN" sz="3200" b="1" dirty="0"/>
              <a:t>logo</a:t>
            </a:r>
            <a:r>
              <a:rPr lang="zh-CN" altLang="en-US" sz="3200" b="1" dirty="0" smtClean="0"/>
              <a:t>（图片版</a:t>
            </a:r>
            <a:r>
              <a:rPr lang="zh-CN" altLang="en-US" sz="3200" b="1" dirty="0"/>
              <a:t>）</a:t>
            </a:r>
          </a:p>
        </p:txBody>
      </p:sp>
      <p:sp>
        <p:nvSpPr>
          <p:cNvPr id="10" name="文本框 12">
            <a:extLst>
              <a:ext uri="{FF2B5EF4-FFF2-40B4-BE49-F238E27FC236}">
                <a16:creationId xmlns:a16="http://schemas.microsoft.com/office/drawing/2014/main" xmlns="" id="{A1FB26CA-6EA6-46C5-956D-C1BB4229FF38}"/>
              </a:ext>
            </a:extLst>
          </p:cNvPr>
          <p:cNvSpPr txBox="1"/>
          <p:nvPr/>
        </p:nvSpPr>
        <p:spPr>
          <a:xfrm>
            <a:off x="5345650" y="821112"/>
            <a:ext cx="327205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200" b="1" dirty="0" smtClean="0"/>
              <a:t>Logo</a:t>
            </a:r>
            <a:r>
              <a:rPr lang="zh-CN" altLang="en-US" sz="3200" b="1" dirty="0" smtClean="0"/>
              <a:t>设计理念：</a:t>
            </a:r>
            <a:endParaRPr lang="zh-CN" altLang="en-US" sz="3200" b="1" dirty="0"/>
          </a:p>
        </p:txBody>
      </p:sp>
      <p:sp>
        <p:nvSpPr>
          <p:cNvPr id="5" name="弧形 4"/>
          <p:cNvSpPr/>
          <p:nvPr/>
        </p:nvSpPr>
        <p:spPr>
          <a:xfrm>
            <a:off x="2906134" y="2144136"/>
            <a:ext cx="4031089" cy="2633729"/>
          </a:xfrm>
          <a:prstGeom prst="arc">
            <a:avLst>
              <a:gd name="adj1" fmla="val 16200000"/>
              <a:gd name="adj2" fmla="val 172053"/>
            </a:avLst>
          </a:prstGeom>
          <a:ln w="76200">
            <a:solidFill>
              <a:srgbClr val="0070C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弧形 5"/>
          <p:cNvSpPr/>
          <p:nvPr/>
        </p:nvSpPr>
        <p:spPr>
          <a:xfrm>
            <a:off x="3009167" y="1858670"/>
            <a:ext cx="4146998" cy="3807839"/>
          </a:xfrm>
          <a:prstGeom prst="arc">
            <a:avLst>
              <a:gd name="adj1" fmla="val 15812806"/>
              <a:gd name="adj2" fmla="val 21214842"/>
            </a:avLst>
          </a:prstGeom>
          <a:ln w="76200">
            <a:solidFill>
              <a:srgbClr val="0070C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弧形 6"/>
          <p:cNvSpPr/>
          <p:nvPr/>
        </p:nvSpPr>
        <p:spPr>
          <a:xfrm>
            <a:off x="3953622" y="2618509"/>
            <a:ext cx="2633729" cy="2633729"/>
          </a:xfrm>
          <a:prstGeom prst="arc">
            <a:avLst>
              <a:gd name="adj1" fmla="val 16200000"/>
              <a:gd name="adj2" fmla="val 20459748"/>
            </a:avLst>
          </a:prstGeom>
          <a:ln w="76200">
            <a:solidFill>
              <a:srgbClr val="0070C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弧形 8"/>
          <p:cNvSpPr/>
          <p:nvPr/>
        </p:nvSpPr>
        <p:spPr>
          <a:xfrm>
            <a:off x="3432023" y="2330881"/>
            <a:ext cx="3251918" cy="2633729"/>
          </a:xfrm>
          <a:prstGeom prst="arc">
            <a:avLst>
              <a:gd name="adj1" fmla="val 16200000"/>
              <a:gd name="adj2" fmla="val 21330580"/>
            </a:avLst>
          </a:prstGeom>
          <a:ln w="76200">
            <a:solidFill>
              <a:srgbClr val="0070C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弧形 10"/>
          <p:cNvSpPr/>
          <p:nvPr/>
        </p:nvSpPr>
        <p:spPr>
          <a:xfrm>
            <a:off x="3129371" y="1547430"/>
            <a:ext cx="4146998" cy="3807839"/>
          </a:xfrm>
          <a:prstGeom prst="arc">
            <a:avLst>
              <a:gd name="adj1" fmla="val 15812806"/>
              <a:gd name="adj2" fmla="val 242303"/>
            </a:avLst>
          </a:prstGeom>
          <a:ln w="76200">
            <a:solidFill>
              <a:srgbClr val="0070C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7495308" y="2286000"/>
            <a:ext cx="29546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为鱼跳出水面时带上的水，</a:t>
            </a:r>
            <a:endParaRPr lang="en-US" altLang="zh-CN" dirty="0" smtClean="0"/>
          </a:p>
          <a:p>
            <a:r>
              <a:rPr lang="zh-CN" altLang="en-US" dirty="0" smtClean="0"/>
              <a:t>说明了“鱼”的</a:t>
            </a:r>
            <a:r>
              <a:rPr lang="en-US" altLang="zh-CN" dirty="0" smtClean="0"/>
              <a:t>”</a:t>
            </a:r>
            <a:r>
              <a:rPr lang="zh-CN" altLang="en-US" dirty="0" smtClean="0"/>
              <a:t>快“</a:t>
            </a:r>
            <a:endParaRPr lang="zh-CN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6000971" y="3884154"/>
            <a:ext cx="333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smtClean="0">
                <a:solidFill>
                  <a:srgbClr val="00B050"/>
                </a:solidFill>
              </a:rPr>
              <a:t>Y</a:t>
            </a:r>
            <a:endParaRPr lang="zh-CN" altLang="en-US" b="1" dirty="0">
              <a:solidFill>
                <a:srgbClr val="00B050"/>
              </a:solidFill>
            </a:endParaRPr>
          </a:p>
        </p:txBody>
      </p:sp>
      <p:sp>
        <p:nvSpPr>
          <p:cNvPr id="14" name="弧形 13"/>
          <p:cNvSpPr/>
          <p:nvPr/>
        </p:nvSpPr>
        <p:spPr>
          <a:xfrm rot="6030681">
            <a:off x="5627483" y="3390852"/>
            <a:ext cx="798490" cy="798490"/>
          </a:xfrm>
          <a:prstGeom prst="arc">
            <a:avLst>
              <a:gd name="adj1" fmla="val 15530451"/>
              <a:gd name="adj2" fmla="val 0"/>
            </a:avLst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5" name="直接连接符 14"/>
          <p:cNvCxnSpPr/>
          <p:nvPr/>
        </p:nvCxnSpPr>
        <p:spPr>
          <a:xfrm>
            <a:off x="6400216" y="3783657"/>
            <a:ext cx="444321" cy="405686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>
            <a:stCxn id="13" idx="3"/>
          </p:cNvCxnSpPr>
          <p:nvPr/>
        </p:nvCxnSpPr>
        <p:spPr>
          <a:xfrm>
            <a:off x="6334717" y="4068820"/>
            <a:ext cx="129893" cy="227458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564581" y="3713018"/>
            <a:ext cx="43396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一座山，一棵树表示鱼“飞”的距离之远</a:t>
            </a:r>
            <a:endParaRPr lang="en-US" altLang="zh-CN" dirty="0" smtClean="0"/>
          </a:p>
          <a:p>
            <a:r>
              <a:rPr lang="zh-CN" altLang="en-US" dirty="0" smtClean="0"/>
              <a:t>以及形象的显示出了</a:t>
            </a:r>
            <a:r>
              <a:rPr lang="en-US" altLang="zh-CN" dirty="0" smtClean="0"/>
              <a:t>F</a:t>
            </a:r>
            <a:r>
              <a:rPr lang="zh-CN" altLang="en-US" dirty="0" smtClean="0"/>
              <a:t>和</a:t>
            </a:r>
            <a:r>
              <a:rPr lang="en-US" altLang="zh-CN" dirty="0" smtClean="0"/>
              <a:t>Y</a:t>
            </a:r>
            <a:r>
              <a:rPr lang="zh-CN" altLang="en-US" dirty="0" smtClean="0"/>
              <a:t>，</a:t>
            </a:r>
            <a:endParaRPr lang="zh-CN" altLang="en-US" dirty="0"/>
          </a:p>
        </p:txBody>
      </p:sp>
      <p:sp>
        <p:nvSpPr>
          <p:cNvPr id="18" name="文本框 12">
            <a:extLst>
              <a:ext uri="{FF2B5EF4-FFF2-40B4-BE49-F238E27FC236}">
                <a16:creationId xmlns:a16="http://schemas.microsoft.com/office/drawing/2014/main" xmlns="" id="{A1FB26CA-6EA6-46C5-956D-C1BB4229FF38}"/>
              </a:ext>
            </a:extLst>
          </p:cNvPr>
          <p:cNvSpPr txBox="1"/>
          <p:nvPr/>
        </p:nvSpPr>
        <p:spPr>
          <a:xfrm>
            <a:off x="4874595" y="4492567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200" b="1" dirty="0" smtClean="0"/>
              <a:t>名字来源：</a:t>
            </a:r>
            <a:endParaRPr lang="zh-CN" altLang="en-US" sz="3200" b="1" dirty="0"/>
          </a:p>
        </p:txBody>
      </p:sp>
      <p:sp>
        <p:nvSpPr>
          <p:cNvPr id="19" name="TextBox 18"/>
          <p:cNvSpPr txBox="1"/>
          <p:nvPr/>
        </p:nvSpPr>
        <p:spPr>
          <a:xfrm>
            <a:off x="5846617" y="5458690"/>
            <a:ext cx="5032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我们小组（服务态度很快，）解决问题速度很快</a:t>
            </a:r>
            <a:endParaRPr lang="zh-CN" alt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11222182" y="6234545"/>
            <a:ext cx="7152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徐 鑫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xmlns="" val="9725850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6381752" y="2143116"/>
            <a:ext cx="4572032" cy="1428760"/>
          </a:xfrm>
          <a:solidFill>
            <a:schemeClr val="bg1">
              <a:lumMod val="9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>
            <a:normAutofit/>
          </a:bodyPr>
          <a:lstStyle/>
          <a:p>
            <a:r>
              <a:rPr lang="zh-CN" altLang="en-US" sz="4800" b="1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飞鱼旅行社</a:t>
            </a:r>
            <a:endParaRPr lang="zh-CN" altLang="en-US" sz="4800" b="1" i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椭圆 6"/>
          <p:cNvSpPr/>
          <p:nvPr/>
        </p:nvSpPr>
        <p:spPr>
          <a:xfrm>
            <a:off x="2000222" y="1000108"/>
            <a:ext cx="4762533" cy="342902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弧形 4"/>
          <p:cNvSpPr/>
          <p:nvPr/>
        </p:nvSpPr>
        <p:spPr>
          <a:xfrm rot="14139941">
            <a:off x="14643220" y="3310888"/>
            <a:ext cx="1071570" cy="952507"/>
          </a:xfrm>
          <a:prstGeom prst="arc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弧形 5"/>
          <p:cNvSpPr/>
          <p:nvPr/>
        </p:nvSpPr>
        <p:spPr>
          <a:xfrm rot="14139941">
            <a:off x="14357467" y="3310886"/>
            <a:ext cx="1071570" cy="952507"/>
          </a:xfrm>
          <a:prstGeom prst="arc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26" name="Picture 2" descr="F:\t01bd9c74efe5ff3575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478" y="1500174"/>
            <a:ext cx="3058605" cy="242889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11222182" y="6234545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许世豪</a:t>
            </a:r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1904971" y="1"/>
            <a:ext cx="7905763" cy="31704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矩形 4"/>
          <p:cNvSpPr/>
          <p:nvPr/>
        </p:nvSpPr>
        <p:spPr>
          <a:xfrm>
            <a:off x="1619219" y="3071810"/>
            <a:ext cx="6417141" cy="92333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54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因为我们要飞黄腾达</a:t>
            </a:r>
            <a:endParaRPr lang="zh-CN" altLang="en-US" sz="54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222182" y="6234545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许世豪</a:t>
            </a:r>
            <a:endParaRPr lang="zh-CN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9" name="Picture 5" descr="C:\Users\lenovo\Desktop\飞鱼旅行社 093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76211" y="571479"/>
            <a:ext cx="7524803" cy="2864447"/>
          </a:xfrm>
          <a:prstGeom prst="rect">
            <a:avLst/>
          </a:prstGeom>
          <a:noFill/>
        </p:spPr>
      </p:pic>
      <p:sp>
        <p:nvSpPr>
          <p:cNvPr id="7" name="TextBox 6"/>
          <p:cNvSpPr txBox="1"/>
          <p:nvPr/>
        </p:nvSpPr>
        <p:spPr>
          <a:xfrm>
            <a:off x="1182798" y="4096185"/>
            <a:ext cx="561978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latin typeface="Gungsuh" pitchFamily="18" charset="-127"/>
                <a:ea typeface="Gungsuh" pitchFamily="18" charset="-127"/>
              </a:rPr>
              <a:t>我的设计理念是原型海豚。因为海豚快，所以会带出水花。因为海豚为人友好，关心他人。所以我把图标颜色设计成天蓝色，给人一种亲切的感觉。表示我们的服务态度</a:t>
            </a:r>
            <a:r>
              <a:rPr lang="en-US" altLang="zh-CN" sz="2000" dirty="0" smtClean="0">
                <a:latin typeface="Gungsuh" pitchFamily="18" charset="-127"/>
                <a:ea typeface="Gungsuh" pitchFamily="18" charset="-127"/>
              </a:rPr>
              <a:t>——</a:t>
            </a:r>
            <a:r>
              <a:rPr lang="zh-CN" altLang="en-US" sz="2000" dirty="0" smtClean="0">
                <a:latin typeface="Gungsuh" pitchFamily="18" charset="-127"/>
                <a:ea typeface="Gungsuh" pitchFamily="18" charset="-127"/>
              </a:rPr>
              <a:t>快、好。为回答疑惑快，热心帮助我们的旅行社的每一位游客，我们的旅行社的初衷就是这样。</a:t>
            </a:r>
            <a:endParaRPr lang="zh-CN" altLang="en-US" dirty="0">
              <a:latin typeface="Gungsuh" pitchFamily="18" charset="-127"/>
              <a:ea typeface="Gungsuh" pitchFamily="18" charset="-127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305758" y="3445884"/>
            <a:ext cx="4857784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zh-CN" altLang="en-US" sz="2400" b="1" cap="none" spc="0" dirty="0" smtClean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</a:rPr>
              <a:t>飞鱼旅行社</a:t>
            </a:r>
            <a:r>
              <a:rPr lang="en-US" altLang="zh-CN" sz="2400" b="1" cap="none" spc="0" dirty="0" smtClean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</a:rPr>
              <a:t>LOGE</a:t>
            </a:r>
            <a:r>
              <a:rPr lang="zh-CN" altLang="en-US" sz="2400" b="1" cap="none" spc="0" dirty="0" smtClean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</a:rPr>
              <a:t>设计理念</a:t>
            </a:r>
            <a:endParaRPr lang="zh-CN" altLang="en-US" sz="2400" b="1" cap="none" spc="0" dirty="0">
              <a:ln w="900" cmpd="sng">
                <a:solidFill>
                  <a:schemeClr val="accent1">
                    <a:satMod val="190000"/>
                    <a:alpha val="55000"/>
                  </a:schemeClr>
                </a:solidFill>
                <a:prstDash val="solid"/>
              </a:ln>
              <a:solidFill>
                <a:schemeClr val="accent1">
                  <a:satMod val="200000"/>
                  <a:tint val="3000"/>
                </a:schemeClr>
              </a:solidFill>
              <a:effectLst>
                <a:innerShdw blurRad="101600" dist="76200" dir="5400000">
                  <a:schemeClr val="accent1">
                    <a:satMod val="190000"/>
                    <a:tint val="100000"/>
                    <a:alpha val="74000"/>
                  </a:schemeClr>
                </a:innerShdw>
              </a:effectLst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222182" y="6234545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杨小康</a:t>
            </a:r>
            <a:endParaRPr lang="zh-CN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 rot="1769959">
            <a:off x="5172936" y="3960262"/>
            <a:ext cx="87716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5400" dirty="0" smtClean="0">
                <a:solidFill>
                  <a:srgbClr val="00B050"/>
                </a:solidFill>
                <a:latin typeface="方正舒体" pitchFamily="2" charset="-122"/>
                <a:ea typeface="方正舒体" pitchFamily="2" charset="-122"/>
              </a:rPr>
              <a:t>鱼</a:t>
            </a:r>
            <a:endParaRPr lang="zh-CN" altLang="en-US" sz="5400" dirty="0">
              <a:solidFill>
                <a:srgbClr val="00B050"/>
              </a:solidFill>
              <a:latin typeface="方正舒体" pitchFamily="2" charset="-122"/>
              <a:ea typeface="方正舒体" pitchFamily="2" charset="-122"/>
            </a:endParaRPr>
          </a:p>
        </p:txBody>
      </p:sp>
      <p:sp>
        <p:nvSpPr>
          <p:cNvPr id="32" name="空心弧 31"/>
          <p:cNvSpPr/>
          <p:nvPr/>
        </p:nvSpPr>
        <p:spPr>
          <a:xfrm rot="21235458">
            <a:off x="3047979" y="2571744"/>
            <a:ext cx="3238523" cy="1285884"/>
          </a:xfrm>
          <a:prstGeom prst="blockArc">
            <a:avLst>
              <a:gd name="adj1" fmla="val 10800000"/>
              <a:gd name="adj2" fmla="val 7859481"/>
              <a:gd name="adj3" fmla="val 16821"/>
            </a:avLst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Font typeface="Arial" pitchFamily="34" charset="0"/>
              <a:buChar char="•"/>
            </a:pP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3" name="流程图: 联系 32"/>
          <p:cNvSpPr/>
          <p:nvPr/>
        </p:nvSpPr>
        <p:spPr>
          <a:xfrm rot="20955201">
            <a:off x="3876151" y="2887624"/>
            <a:ext cx="1532804" cy="640404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泪滴形 33"/>
          <p:cNvSpPr/>
          <p:nvPr/>
        </p:nvSpPr>
        <p:spPr>
          <a:xfrm>
            <a:off x="4476739" y="3071810"/>
            <a:ext cx="381003" cy="357190"/>
          </a:xfrm>
          <a:prstGeom prst="teardrop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TextBox 9"/>
          <p:cNvSpPr txBox="1"/>
          <p:nvPr/>
        </p:nvSpPr>
        <p:spPr>
          <a:xfrm rot="20975295">
            <a:off x="3772043" y="4072163"/>
            <a:ext cx="87716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5400" dirty="0" smtClean="0">
                <a:solidFill>
                  <a:srgbClr val="00B050"/>
                </a:solidFill>
                <a:latin typeface="方正舒体" pitchFamily="2" charset="-122"/>
                <a:ea typeface="方正舒体" pitchFamily="2" charset="-122"/>
              </a:rPr>
              <a:t>飞</a:t>
            </a:r>
            <a:endParaRPr lang="zh-CN" altLang="en-US" sz="5400" dirty="0">
              <a:solidFill>
                <a:srgbClr val="00B050"/>
              </a:solidFill>
              <a:latin typeface="方正舒体" pitchFamily="2" charset="-122"/>
              <a:ea typeface="方正舒体" pitchFamily="2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222182" y="6234545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陈益涵</a:t>
            </a:r>
            <a:endParaRPr lang="zh-CN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2762227" y="3286124"/>
            <a:ext cx="4698722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 smtClean="0">
                <a:latin typeface="华文楷体" pitchFamily="2" charset="-122"/>
                <a:ea typeface="华文楷体" pitchFamily="2" charset="-122"/>
              </a:rPr>
              <a:t>    飞字代表了效率高，</a:t>
            </a:r>
            <a:endParaRPr lang="en-US" altLang="zh-CN" sz="3200" dirty="0" smtClean="0">
              <a:latin typeface="华文楷体" pitchFamily="2" charset="-122"/>
              <a:ea typeface="华文楷体" pitchFamily="2" charset="-122"/>
            </a:endParaRPr>
          </a:p>
          <a:p>
            <a:r>
              <a:rPr lang="en-US" altLang="zh-CN" sz="3200" dirty="0" smtClean="0">
                <a:latin typeface="华文楷体" pitchFamily="2" charset="-122"/>
                <a:ea typeface="华文楷体" pitchFamily="2" charset="-122"/>
              </a:rPr>
              <a:t>    </a:t>
            </a:r>
            <a:r>
              <a:rPr lang="zh-CN" altLang="en-US" sz="3200" dirty="0" smtClean="0">
                <a:latin typeface="华文楷体" pitchFamily="2" charset="-122"/>
                <a:ea typeface="华文楷体" pitchFamily="2" charset="-122"/>
              </a:rPr>
              <a:t>像飞一样，非同一般。</a:t>
            </a:r>
            <a:endParaRPr lang="en-US" altLang="zh-CN" sz="3200" dirty="0" smtClean="0">
              <a:latin typeface="华文楷体" pitchFamily="2" charset="-122"/>
              <a:ea typeface="华文楷体" pitchFamily="2" charset="-122"/>
            </a:endParaRPr>
          </a:p>
          <a:p>
            <a:r>
              <a:rPr lang="zh-CN" altLang="en-US" sz="3200" dirty="0" smtClean="0">
                <a:latin typeface="华文楷体" pitchFamily="2" charset="-122"/>
                <a:ea typeface="华文楷体" pitchFamily="2" charset="-122"/>
              </a:rPr>
              <a:t>    鱼的灵活加上飞一样</a:t>
            </a:r>
            <a:endParaRPr lang="en-US" altLang="zh-CN" sz="3200" dirty="0" smtClean="0">
              <a:latin typeface="华文楷体" pitchFamily="2" charset="-122"/>
              <a:ea typeface="华文楷体" pitchFamily="2" charset="-122"/>
            </a:endParaRPr>
          </a:p>
          <a:p>
            <a:r>
              <a:rPr lang="en-US" altLang="zh-CN" sz="3200" dirty="0" smtClean="0">
                <a:latin typeface="华文楷体" pitchFamily="2" charset="-122"/>
                <a:ea typeface="华文楷体" pitchFamily="2" charset="-122"/>
              </a:rPr>
              <a:t>    </a:t>
            </a:r>
            <a:r>
              <a:rPr lang="zh-CN" altLang="en-US" sz="3200" dirty="0" smtClean="0">
                <a:latin typeface="华文楷体" pitchFamily="2" charset="-122"/>
                <a:ea typeface="华文楷体" pitchFamily="2" charset="-122"/>
              </a:rPr>
              <a:t>的速度，是我们不管</a:t>
            </a:r>
            <a:endParaRPr lang="en-US" altLang="zh-CN" sz="3200" dirty="0" smtClean="0">
              <a:latin typeface="华文楷体" pitchFamily="2" charset="-122"/>
              <a:ea typeface="华文楷体" pitchFamily="2" charset="-122"/>
            </a:endParaRPr>
          </a:p>
          <a:p>
            <a:r>
              <a:rPr lang="en-US" altLang="zh-CN" sz="3200" dirty="0" smtClean="0">
                <a:latin typeface="华文楷体" pitchFamily="2" charset="-122"/>
                <a:ea typeface="华文楷体" pitchFamily="2" charset="-122"/>
              </a:rPr>
              <a:t>    </a:t>
            </a:r>
            <a:r>
              <a:rPr lang="zh-CN" altLang="en-US" sz="3200" dirty="0" smtClean="0">
                <a:latin typeface="华文楷体" pitchFamily="2" charset="-122"/>
                <a:ea typeface="华文楷体" pitchFamily="2" charset="-122"/>
              </a:rPr>
              <a:t>遇到什么困难都能轻</a:t>
            </a:r>
            <a:endParaRPr lang="en-US" altLang="zh-CN" sz="3200" dirty="0" smtClean="0">
              <a:latin typeface="华文楷体" pitchFamily="2" charset="-122"/>
              <a:ea typeface="华文楷体" pitchFamily="2" charset="-122"/>
            </a:endParaRPr>
          </a:p>
          <a:p>
            <a:r>
              <a:rPr lang="en-US" altLang="zh-CN" sz="3200" dirty="0" smtClean="0">
                <a:latin typeface="华文楷体" pitchFamily="2" charset="-122"/>
                <a:ea typeface="华文楷体" pitchFamily="2" charset="-122"/>
              </a:rPr>
              <a:t>    </a:t>
            </a:r>
            <a:r>
              <a:rPr lang="zh-CN" altLang="en-US" sz="3200" dirty="0" smtClean="0">
                <a:latin typeface="华文楷体" pitchFamily="2" charset="-122"/>
                <a:ea typeface="华文楷体" pitchFamily="2" charset="-122"/>
              </a:rPr>
              <a:t>松化解。</a:t>
            </a:r>
            <a:endParaRPr lang="en-US" altLang="zh-CN" sz="3200" dirty="0" smtClean="0">
              <a:latin typeface="华文楷体" pitchFamily="2" charset="-122"/>
              <a:ea typeface="华文楷体" pitchFamily="2" charset="-122"/>
            </a:endParaRPr>
          </a:p>
        </p:txBody>
      </p:sp>
      <p:pic>
        <p:nvPicPr>
          <p:cNvPr id="11" name="内容占位符 10" descr="图片2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95736" y="857232"/>
            <a:ext cx="3876736" cy="2614968"/>
          </a:xfrm>
        </p:spPr>
      </p:pic>
      <p:sp>
        <p:nvSpPr>
          <p:cNvPr id="4" name="TextBox 3"/>
          <p:cNvSpPr txBox="1"/>
          <p:nvPr/>
        </p:nvSpPr>
        <p:spPr>
          <a:xfrm>
            <a:off x="11222182" y="6234545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陈益涵</a:t>
            </a:r>
            <a:endParaRPr lang="zh-CN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231</Words>
  <Application>Microsoft Office PowerPoint</Application>
  <PresentationFormat>自定义</PresentationFormat>
  <Paragraphs>35</Paragraphs>
  <Slides>7</Slides>
  <Notes>2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8" baseType="lpstr">
      <vt:lpstr>Office 主题​​</vt:lpstr>
      <vt:lpstr>幻灯片 1</vt:lpstr>
      <vt:lpstr>幻灯片 2</vt:lpstr>
      <vt:lpstr>幻灯片 3</vt:lpstr>
      <vt:lpstr>幻灯片 4</vt:lpstr>
      <vt:lpstr>幻灯片 5</vt:lpstr>
      <vt:lpstr>幻灯片 6</vt:lpstr>
      <vt:lpstr>幻灯片 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徐 鑫</dc:creator>
  <cp:lastModifiedBy>lenovo</cp:lastModifiedBy>
  <cp:revision>10</cp:revision>
  <dcterms:created xsi:type="dcterms:W3CDTF">2020-09-07T12:58:47Z</dcterms:created>
  <dcterms:modified xsi:type="dcterms:W3CDTF">2020-09-16T07:16:56Z</dcterms:modified>
</cp:coreProperties>
</file>