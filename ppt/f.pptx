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86" autoAdjust="0"/>
    <p:restoredTop sz="94660"/>
  </p:normalViewPr>
  <p:slideViewPr>
    <p:cSldViewPr snapToGrid="0">
      <p:cViewPr>
        <p:scale>
          <a:sx n="69" d="100"/>
          <a:sy n="69" d="100"/>
        </p:scale>
        <p:origin x="-966" y="-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0E00C-CC24-4878-A4B4-B11E73DFF299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9EE5C-27FB-40FD-AD4C-F62C9C0A306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DC2A7B6-2BA8-4234-B7B1-D6B1F1D4C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40A3A23-D736-4649-A5B3-6B7DCC963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2C6C2EB-0F6E-426D-8861-B431173C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8A845A86-30DD-4AB9-ABAD-3CA22F69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ED44B026-30E5-45E0-99B9-F79F263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0474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07F0EEF-A99B-4FF3-9B1E-A7DA94A2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8E95DB4-A687-4D70-93E9-60C2ECFD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0AC2D4F-AEE1-4EC3-910C-4F01BC1E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4361017-EFDD-4437-883A-C3752624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8A617CE0-03DE-46AC-BC96-E0DECEF1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73985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812ED1B-F1FC-4BC1-99E4-2BC31A0E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C7849D1-4EB1-40FE-88DD-EFB22933C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3305A14C-18ED-4526-B316-CAE94DAF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B61DB87-48D5-4C1C-BC57-6AA8D00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524287A0-B421-4168-A9B2-17609901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6885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DEDFE16-4BD8-4A98-8D3C-5AEFB1A7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F2385D34-670B-45C1-8E93-6DACC486C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7D41136F-533D-4B17-B13E-81912BC1E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33733EC1-5A2E-4E41-8D7F-AF1D5743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0789E7DC-E03A-4C2B-88AC-BD45570F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206F82EB-4E7D-46B9-973D-A9B5DB97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34334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7AAA881-A3E2-4E09-AB92-CEC34F02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7F194C72-BC3B-4AE9-9DAC-B82B890DE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E5EC0247-1257-473E-9561-9BD8F18B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3E46AAB6-52FB-4BB7-B119-3F14BE06D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9005F8CB-FA37-4908-9C96-57BCFE5D9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7B5F6CC1-CAC0-4D61-863B-7CD0755D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C6AF2295-2BCD-4501-8667-E939F0DE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2CFB435-3BCF-4630-AF2F-761CB10F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60687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9FD35BC-ED4C-4191-93DB-FB1C1318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576DC46E-4C99-490F-BE75-D63BB675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F81E5E81-924D-4778-8BD8-74C0DA15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E6FC02AF-4258-47DC-B761-9EE62EE2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9929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3B4B69F0-6774-45E8-858F-693D730F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283FE41E-A6BA-4EFF-B5D4-F2F15DC9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D5067E18-635F-4B52-BB33-9DE0B6D4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9283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BBBEBF2-141A-4E55-A980-F3107BC4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8406DF3-2DAD-4BBF-A30D-D335FEE4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A702D4A2-BD7A-41CE-BD84-37798CED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6E984B0-AC89-402B-BFAF-4445E5EA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8B865524-B3B7-49E2-8923-87F7D852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A450F28A-24FB-4689-A310-C82D381E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09966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F58DE9B-3D28-47FC-88E6-C7CF806A0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783BDA70-240F-4955-A99B-8CD85F179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7E9DBA40-C089-4928-9F67-C86F5CEE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40C7DC1F-2E40-490F-BACE-851BA4B0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52589DA2-329E-4E0A-8738-97863741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9A5F7688-DF3F-4A72-869F-02762BC6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12095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AC5A0FC-7C92-4877-9199-846A317B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EA99B3E-5ACC-4128-8B9A-540AE974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B5DEC50-6753-4883-98BB-D0AAD62D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354F0101-3EC2-42E5-87BA-4190F497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2158F14B-04A6-4F3A-8EB8-94445FA7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0869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94FDFE01-3524-4330-9FA8-072B722CE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8F275B6D-9FE9-4DF2-973B-B2147B416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779AA212-CBA3-4EEC-BCFA-FE7C1081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4A078D4-DEB5-4D61-AD65-DC88BCF9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F8B6024F-FBD9-455F-BE34-3B0A71A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88705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9C0BED1B-0C86-42E5-97D8-8C0309B1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FA8191B-9ABD-42EE-95EC-8D7F7067F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7D3A206-7948-4DA5-BB03-7E001B26A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1F797-F3EE-4C64-B38F-0745CCA80A93}" type="datetimeFigureOut">
              <a:rPr lang="zh-CN" altLang="en-US" smtClean="0"/>
              <a:pPr/>
              <a:t>2020/9/21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B0D4C08-FB41-494E-8E9F-DB6C92A30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71BE9B1A-4C44-4E86-923A-37BD24C74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5916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F3687376-D7BE-4FC3-A3B7-EF4D1B0D0BC4}"/>
              </a:ext>
            </a:extLst>
          </p:cNvPr>
          <p:cNvSpPr/>
          <p:nvPr/>
        </p:nvSpPr>
        <p:spPr>
          <a:xfrm>
            <a:off x="4378037" y="4693173"/>
            <a:ext cx="3948545" cy="388019"/>
          </a:xfrm>
          <a:custGeom>
            <a:avLst/>
            <a:gdLst>
              <a:gd name="connsiteX0" fmla="*/ 0 w 2703443"/>
              <a:gd name="connsiteY0" fmla="*/ 318109 h 388019"/>
              <a:gd name="connsiteX1" fmla="*/ 427382 w 2703443"/>
              <a:gd name="connsiteY1" fmla="*/ 29874 h 388019"/>
              <a:gd name="connsiteX2" fmla="*/ 844826 w 2703443"/>
              <a:gd name="connsiteY2" fmla="*/ 387683 h 388019"/>
              <a:gd name="connsiteX3" fmla="*/ 1222513 w 2703443"/>
              <a:gd name="connsiteY3" fmla="*/ 99448 h 388019"/>
              <a:gd name="connsiteX4" fmla="*/ 1649895 w 2703443"/>
              <a:gd name="connsiteY4" fmla="*/ 337987 h 388019"/>
              <a:gd name="connsiteX5" fmla="*/ 1948069 w 2703443"/>
              <a:gd name="connsiteY5" fmla="*/ 56 h 388019"/>
              <a:gd name="connsiteX6" fmla="*/ 2345635 w 2703443"/>
              <a:gd name="connsiteY6" fmla="*/ 367804 h 388019"/>
              <a:gd name="connsiteX7" fmla="*/ 2703443 w 2703443"/>
              <a:gd name="connsiteY7" fmla="*/ 109387 h 38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3443" h="388019">
                <a:moveTo>
                  <a:pt x="0" y="318109"/>
                </a:moveTo>
                <a:cubicBezTo>
                  <a:pt x="143289" y="168193"/>
                  <a:pt x="286578" y="18278"/>
                  <a:pt x="427382" y="29874"/>
                </a:cubicBezTo>
                <a:cubicBezTo>
                  <a:pt x="568186" y="41470"/>
                  <a:pt x="712304" y="376087"/>
                  <a:pt x="844826" y="387683"/>
                </a:cubicBezTo>
                <a:cubicBezTo>
                  <a:pt x="977348" y="399279"/>
                  <a:pt x="1088335" y="107731"/>
                  <a:pt x="1222513" y="99448"/>
                </a:cubicBezTo>
                <a:cubicBezTo>
                  <a:pt x="1356691" y="91165"/>
                  <a:pt x="1528969" y="354552"/>
                  <a:pt x="1649895" y="337987"/>
                </a:cubicBezTo>
                <a:cubicBezTo>
                  <a:pt x="1770821" y="321422"/>
                  <a:pt x="1832112" y="-4914"/>
                  <a:pt x="1948069" y="56"/>
                </a:cubicBezTo>
                <a:cubicBezTo>
                  <a:pt x="2064026" y="5025"/>
                  <a:pt x="2219739" y="349582"/>
                  <a:pt x="2345635" y="367804"/>
                </a:cubicBezTo>
                <a:cubicBezTo>
                  <a:pt x="2471531" y="386026"/>
                  <a:pt x="2587487" y="247706"/>
                  <a:pt x="2703443" y="109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="" xmlns:a16="http://schemas.microsoft.com/office/drawing/2014/main" id="{F20C908F-6F2E-4036-BE96-BF17ED4F53EF}"/>
              </a:ext>
            </a:extLst>
          </p:cNvPr>
          <p:cNvSpPr/>
          <p:nvPr/>
        </p:nvSpPr>
        <p:spPr>
          <a:xfrm>
            <a:off x="4793673" y="4722962"/>
            <a:ext cx="3976254" cy="388019"/>
          </a:xfrm>
          <a:custGeom>
            <a:avLst/>
            <a:gdLst>
              <a:gd name="connsiteX0" fmla="*/ 0 w 2703443"/>
              <a:gd name="connsiteY0" fmla="*/ 318109 h 388019"/>
              <a:gd name="connsiteX1" fmla="*/ 427382 w 2703443"/>
              <a:gd name="connsiteY1" fmla="*/ 29874 h 388019"/>
              <a:gd name="connsiteX2" fmla="*/ 844826 w 2703443"/>
              <a:gd name="connsiteY2" fmla="*/ 387683 h 388019"/>
              <a:gd name="connsiteX3" fmla="*/ 1222513 w 2703443"/>
              <a:gd name="connsiteY3" fmla="*/ 99448 h 388019"/>
              <a:gd name="connsiteX4" fmla="*/ 1649895 w 2703443"/>
              <a:gd name="connsiteY4" fmla="*/ 337987 h 388019"/>
              <a:gd name="connsiteX5" fmla="*/ 1948069 w 2703443"/>
              <a:gd name="connsiteY5" fmla="*/ 56 h 388019"/>
              <a:gd name="connsiteX6" fmla="*/ 2345635 w 2703443"/>
              <a:gd name="connsiteY6" fmla="*/ 367804 h 388019"/>
              <a:gd name="connsiteX7" fmla="*/ 2703443 w 2703443"/>
              <a:gd name="connsiteY7" fmla="*/ 109387 h 38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3443" h="388019">
                <a:moveTo>
                  <a:pt x="0" y="318109"/>
                </a:moveTo>
                <a:cubicBezTo>
                  <a:pt x="143289" y="168193"/>
                  <a:pt x="286578" y="18278"/>
                  <a:pt x="427382" y="29874"/>
                </a:cubicBezTo>
                <a:cubicBezTo>
                  <a:pt x="568186" y="41470"/>
                  <a:pt x="712304" y="376087"/>
                  <a:pt x="844826" y="387683"/>
                </a:cubicBezTo>
                <a:cubicBezTo>
                  <a:pt x="977348" y="399279"/>
                  <a:pt x="1088335" y="107731"/>
                  <a:pt x="1222513" y="99448"/>
                </a:cubicBezTo>
                <a:cubicBezTo>
                  <a:pt x="1356691" y="91165"/>
                  <a:pt x="1528969" y="354552"/>
                  <a:pt x="1649895" y="337987"/>
                </a:cubicBezTo>
                <a:cubicBezTo>
                  <a:pt x="1770821" y="321422"/>
                  <a:pt x="1832112" y="-4914"/>
                  <a:pt x="1948069" y="56"/>
                </a:cubicBezTo>
                <a:cubicBezTo>
                  <a:pt x="2064026" y="5025"/>
                  <a:pt x="2219739" y="349582"/>
                  <a:pt x="2345635" y="367804"/>
                </a:cubicBezTo>
                <a:cubicBezTo>
                  <a:pt x="2471531" y="386026"/>
                  <a:pt x="2587487" y="247706"/>
                  <a:pt x="2703443" y="109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A1FB26CA-6EA6-46C5-956D-C1BB4229FF38}"/>
              </a:ext>
            </a:extLst>
          </p:cNvPr>
          <p:cNvSpPr txBox="1"/>
          <p:nvPr/>
        </p:nvSpPr>
        <p:spPr>
          <a:xfrm>
            <a:off x="4431251" y="1306021"/>
            <a:ext cx="42306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/>
              <a:t>飞鱼小组（“旅行社”）</a:t>
            </a:r>
            <a:endParaRPr lang="en-US" altLang="zh-CN" sz="3200" b="1" dirty="0"/>
          </a:p>
          <a:p>
            <a:pPr algn="ctr"/>
            <a:r>
              <a:rPr lang="en-US" altLang="zh-CN" sz="3200" b="1" dirty="0"/>
              <a:t>logo</a:t>
            </a:r>
            <a:r>
              <a:rPr lang="zh-CN" altLang="en-US" sz="3200" b="1" dirty="0"/>
              <a:t>（可拆分版）</a:t>
            </a:r>
          </a:p>
        </p:txBody>
      </p:sp>
      <p:sp>
        <p:nvSpPr>
          <p:cNvPr id="8" name="泪滴形 7"/>
          <p:cNvSpPr/>
          <p:nvPr/>
        </p:nvSpPr>
        <p:spPr>
          <a:xfrm rot="1596445">
            <a:off x="4376962" y="3174095"/>
            <a:ext cx="1239909" cy="1240879"/>
          </a:xfrm>
          <a:prstGeom prst="teardrop">
            <a:avLst>
              <a:gd name="adj" fmla="val 135772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新月形 10"/>
          <p:cNvSpPr/>
          <p:nvPr/>
        </p:nvSpPr>
        <p:spPr>
          <a:xfrm rot="20793179">
            <a:off x="5781253" y="2759662"/>
            <a:ext cx="745474" cy="1294609"/>
          </a:xfrm>
          <a:prstGeom prst="mo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/>
        </p:nvSpPr>
        <p:spPr>
          <a:xfrm>
            <a:off x="4347007" y="3335627"/>
            <a:ext cx="4031089" cy="2633729"/>
          </a:xfrm>
          <a:prstGeom prst="arc">
            <a:avLst>
              <a:gd name="adj1" fmla="val 16200000"/>
              <a:gd name="adj2" fmla="val 17205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弧形 14"/>
          <p:cNvSpPr/>
          <p:nvPr/>
        </p:nvSpPr>
        <p:spPr>
          <a:xfrm>
            <a:off x="4450040" y="3050161"/>
            <a:ext cx="4146998" cy="3807839"/>
          </a:xfrm>
          <a:prstGeom prst="arc">
            <a:avLst>
              <a:gd name="adj1" fmla="val 15812806"/>
              <a:gd name="adj2" fmla="val 21214842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15"/>
          <p:cNvSpPr/>
          <p:nvPr/>
        </p:nvSpPr>
        <p:spPr>
          <a:xfrm>
            <a:off x="5394495" y="3810000"/>
            <a:ext cx="2633729" cy="2633729"/>
          </a:xfrm>
          <a:prstGeom prst="arc">
            <a:avLst>
              <a:gd name="adj1" fmla="val 16200000"/>
              <a:gd name="adj2" fmla="val 20459748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弧形 16"/>
          <p:cNvSpPr/>
          <p:nvPr/>
        </p:nvSpPr>
        <p:spPr>
          <a:xfrm>
            <a:off x="4872896" y="3522372"/>
            <a:ext cx="3251918" cy="2633729"/>
          </a:xfrm>
          <a:prstGeom prst="arc">
            <a:avLst>
              <a:gd name="adj1" fmla="val 16200000"/>
              <a:gd name="adj2" fmla="val 21330580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弧形 17"/>
          <p:cNvSpPr/>
          <p:nvPr/>
        </p:nvSpPr>
        <p:spPr>
          <a:xfrm>
            <a:off x="4570244" y="2738921"/>
            <a:ext cx="4146998" cy="3807839"/>
          </a:xfrm>
          <a:prstGeom prst="arc">
            <a:avLst>
              <a:gd name="adj1" fmla="val 15812806"/>
              <a:gd name="adj2" fmla="val 24230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014825" y="410582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0" name="弧形 19"/>
          <p:cNvSpPr/>
          <p:nvPr/>
        </p:nvSpPr>
        <p:spPr>
          <a:xfrm rot="6030681">
            <a:off x="5641337" y="3612523"/>
            <a:ext cx="798490" cy="798490"/>
          </a:xfrm>
          <a:prstGeom prst="arc">
            <a:avLst>
              <a:gd name="adj1" fmla="val 15530451"/>
              <a:gd name="adj2" fmla="val 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414070" y="4005328"/>
            <a:ext cx="444321" cy="40568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9" idx="3"/>
          </p:cNvCxnSpPr>
          <p:nvPr/>
        </p:nvCxnSpPr>
        <p:spPr>
          <a:xfrm>
            <a:off x="6348571" y="4290491"/>
            <a:ext cx="129893" cy="22745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661041" y="5064640"/>
            <a:ext cx="4031874" cy="101566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  <a:softEdge rad="635000"/>
          </a:effectLst>
        </p:spPr>
        <p:txBody>
          <a:bodyPr wrap="none" lIns="91440" tIns="45720" rIns="91440" bIns="45720">
            <a:spAutoFit/>
            <a:scene3d>
              <a:camera prst="perspectiveRelaxedModerately"/>
              <a:lightRig rig="flat" dir="tl">
                <a:rot lat="0" lon="0" rev="6600000"/>
              </a:lightRig>
            </a:scene3d>
            <a:sp3d extrusionH="25400" contourW="8890">
              <a:bevelT w="38100" h="31750" prst="artDeco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飞鱼旅行社</a:t>
            </a:r>
            <a:endParaRPr lang="zh-CN" altLang="en-US" sz="6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710545" y="3602182"/>
            <a:ext cx="193964" cy="20781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1222182" y="623454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徐 鑫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6125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esktop\图片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95223"/>
            <a:ext cx="5076825" cy="3554413"/>
          </a:xfrm>
          <a:prstGeom prst="rect">
            <a:avLst/>
          </a:prstGeom>
          <a:noFill/>
        </p:spPr>
      </p:pic>
      <p:sp>
        <p:nvSpPr>
          <p:cNvPr id="8" name="文本框 12">
            <a:extLst>
              <a:ext uri="{FF2B5EF4-FFF2-40B4-BE49-F238E27FC236}">
                <a16:creationId xmlns="" xmlns:a16="http://schemas.microsoft.com/office/drawing/2014/main" id="{A1FB26CA-6EA6-46C5-956D-C1BB4229FF38}"/>
              </a:ext>
            </a:extLst>
          </p:cNvPr>
          <p:cNvSpPr txBox="1"/>
          <p:nvPr/>
        </p:nvSpPr>
        <p:spPr>
          <a:xfrm>
            <a:off x="316451" y="821112"/>
            <a:ext cx="46987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/>
              <a:t>飞鱼小组（“旅行社”）</a:t>
            </a:r>
            <a:endParaRPr lang="en-US" altLang="zh-CN" sz="3200" b="1" dirty="0"/>
          </a:p>
          <a:p>
            <a:pPr algn="ctr"/>
            <a:r>
              <a:rPr lang="en-US" altLang="zh-CN" sz="3200" b="1" dirty="0"/>
              <a:t>logo</a:t>
            </a:r>
            <a:r>
              <a:rPr lang="zh-CN" altLang="en-US" sz="3200" b="1" dirty="0" smtClean="0"/>
              <a:t>（图片版</a:t>
            </a:r>
            <a:r>
              <a:rPr lang="zh-CN" altLang="en-US" sz="3200" b="1" dirty="0"/>
              <a:t>）</a:t>
            </a:r>
          </a:p>
        </p:txBody>
      </p:sp>
      <p:sp>
        <p:nvSpPr>
          <p:cNvPr id="10" name="文本框 12">
            <a:extLst>
              <a:ext uri="{FF2B5EF4-FFF2-40B4-BE49-F238E27FC236}">
                <a16:creationId xmlns="" xmlns:a16="http://schemas.microsoft.com/office/drawing/2014/main" id="{A1FB26CA-6EA6-46C5-956D-C1BB4229FF38}"/>
              </a:ext>
            </a:extLst>
          </p:cNvPr>
          <p:cNvSpPr txBox="1"/>
          <p:nvPr/>
        </p:nvSpPr>
        <p:spPr>
          <a:xfrm>
            <a:off x="5345650" y="821112"/>
            <a:ext cx="3272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/>
              <a:t>Logo</a:t>
            </a:r>
            <a:r>
              <a:rPr lang="zh-CN" altLang="en-US" sz="3200" b="1" dirty="0" smtClean="0"/>
              <a:t>设计理念：</a:t>
            </a:r>
            <a:endParaRPr lang="zh-CN" altLang="en-US" sz="3200" b="1" dirty="0"/>
          </a:p>
        </p:txBody>
      </p:sp>
      <p:sp>
        <p:nvSpPr>
          <p:cNvPr id="5" name="弧形 4"/>
          <p:cNvSpPr/>
          <p:nvPr/>
        </p:nvSpPr>
        <p:spPr>
          <a:xfrm>
            <a:off x="2906134" y="2144136"/>
            <a:ext cx="4031089" cy="2633729"/>
          </a:xfrm>
          <a:prstGeom prst="arc">
            <a:avLst>
              <a:gd name="adj1" fmla="val 16200000"/>
              <a:gd name="adj2" fmla="val 17205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3009167" y="1858670"/>
            <a:ext cx="4146998" cy="3807839"/>
          </a:xfrm>
          <a:prstGeom prst="arc">
            <a:avLst>
              <a:gd name="adj1" fmla="val 15812806"/>
              <a:gd name="adj2" fmla="val 21214842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3953622" y="2618509"/>
            <a:ext cx="2633729" cy="2633729"/>
          </a:xfrm>
          <a:prstGeom prst="arc">
            <a:avLst>
              <a:gd name="adj1" fmla="val 16200000"/>
              <a:gd name="adj2" fmla="val 20459748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>
            <a:off x="3432023" y="2330881"/>
            <a:ext cx="3251918" cy="2633729"/>
          </a:xfrm>
          <a:prstGeom prst="arc">
            <a:avLst>
              <a:gd name="adj1" fmla="val 16200000"/>
              <a:gd name="adj2" fmla="val 21330580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/>
          <p:cNvSpPr/>
          <p:nvPr/>
        </p:nvSpPr>
        <p:spPr>
          <a:xfrm>
            <a:off x="3129371" y="1547430"/>
            <a:ext cx="4146998" cy="3807839"/>
          </a:xfrm>
          <a:prstGeom prst="arc">
            <a:avLst>
              <a:gd name="adj1" fmla="val 15812806"/>
              <a:gd name="adj2" fmla="val 24230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495308" y="228600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为鱼跳出水面时带上的水，</a:t>
            </a:r>
            <a:endParaRPr lang="en-US" altLang="zh-CN" dirty="0" smtClean="0"/>
          </a:p>
          <a:p>
            <a:r>
              <a:rPr lang="zh-CN" altLang="en-US" dirty="0" smtClean="0"/>
              <a:t>说明了“鱼”的</a:t>
            </a:r>
            <a:r>
              <a:rPr lang="en-US" altLang="zh-CN" dirty="0" smtClean="0"/>
              <a:t>”</a:t>
            </a:r>
            <a:r>
              <a:rPr lang="zh-CN" altLang="en-US" dirty="0" smtClean="0"/>
              <a:t>快“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00971" y="388415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" name="弧形 13"/>
          <p:cNvSpPr/>
          <p:nvPr/>
        </p:nvSpPr>
        <p:spPr>
          <a:xfrm rot="6030681">
            <a:off x="5627483" y="3390852"/>
            <a:ext cx="798490" cy="798490"/>
          </a:xfrm>
          <a:prstGeom prst="arc">
            <a:avLst>
              <a:gd name="adj1" fmla="val 15530451"/>
              <a:gd name="adj2" fmla="val 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400216" y="3783657"/>
            <a:ext cx="444321" cy="40568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3" idx="3"/>
          </p:cNvCxnSpPr>
          <p:nvPr/>
        </p:nvCxnSpPr>
        <p:spPr>
          <a:xfrm>
            <a:off x="6334717" y="4068820"/>
            <a:ext cx="129893" cy="22745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64581" y="371301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一座山，一棵树表示鱼“飞”的距离之远</a:t>
            </a:r>
            <a:endParaRPr lang="en-US" altLang="zh-CN" dirty="0" smtClean="0"/>
          </a:p>
          <a:p>
            <a:r>
              <a:rPr lang="zh-CN" altLang="en-US" dirty="0" smtClean="0"/>
              <a:t>以及形象的显示出了</a:t>
            </a:r>
            <a:r>
              <a:rPr lang="en-US" altLang="zh-CN" dirty="0" smtClean="0"/>
              <a:t>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Y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sp>
        <p:nvSpPr>
          <p:cNvPr id="18" name="文本框 12">
            <a:extLst>
              <a:ext uri="{FF2B5EF4-FFF2-40B4-BE49-F238E27FC236}">
                <a16:creationId xmlns="" xmlns:a16="http://schemas.microsoft.com/office/drawing/2014/main" id="{A1FB26CA-6EA6-46C5-956D-C1BB4229FF38}"/>
              </a:ext>
            </a:extLst>
          </p:cNvPr>
          <p:cNvSpPr txBox="1"/>
          <p:nvPr/>
        </p:nvSpPr>
        <p:spPr>
          <a:xfrm>
            <a:off x="4874595" y="44925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 smtClean="0"/>
              <a:t>名字来源：</a:t>
            </a:r>
            <a:endParaRPr lang="zh-CN" alt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846617" y="545869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我们小组（服务态度很快，）解决问题速度很快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222182" y="623454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徐 鑫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7258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2753" y="526474"/>
            <a:ext cx="5182159" cy="207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308764" y="23691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许世豪</a:t>
            </a:r>
            <a:endParaRPr lang="zh-CN" altLang="en-US" dirty="0"/>
          </a:p>
        </p:txBody>
      </p:sp>
      <p:pic>
        <p:nvPicPr>
          <p:cNvPr id="6" name="Picture 5" descr="C:\Users\lenovo\Desktop\飞鱼旅行社 09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599620"/>
            <a:ext cx="4357269" cy="16586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9628909" y="20366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杨小康</a:t>
            </a:r>
            <a:endParaRPr lang="zh-CN" altLang="en-US" dirty="0"/>
          </a:p>
        </p:txBody>
      </p:sp>
      <p:pic>
        <p:nvPicPr>
          <p:cNvPr id="8" name="内容占位符 10" descr="图片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409" y="3032396"/>
            <a:ext cx="3876736" cy="2614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7491" y="56526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陈益涵</a:t>
            </a:r>
            <a:endParaRPr lang="zh-CN" altLang="en-US" dirty="0"/>
          </a:p>
        </p:txBody>
      </p:sp>
      <p:pic>
        <p:nvPicPr>
          <p:cNvPr id="10" name="Picture 2" descr="C:\Users\lenovo\Desktop\图片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96691" y="2610860"/>
            <a:ext cx="5076825" cy="3554413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9504218" y="5527963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徐 鑫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95</Words>
  <Application>Microsoft Office PowerPoint</Application>
  <PresentationFormat>自定义</PresentationFormat>
  <Paragraphs>20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幻灯片 1</vt:lpstr>
      <vt:lpstr>幻灯片 2</vt:lpstr>
      <vt:lpstr>幻灯片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 鑫</dc:creator>
  <cp:lastModifiedBy>lenovo</cp:lastModifiedBy>
  <cp:revision>12</cp:revision>
  <dcterms:created xsi:type="dcterms:W3CDTF">2020-09-07T12:58:47Z</dcterms:created>
  <dcterms:modified xsi:type="dcterms:W3CDTF">2020-09-21T03:17:01Z</dcterms:modified>
</cp:coreProperties>
</file>